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31"/>
    <p:restoredTop sz="94670"/>
  </p:normalViewPr>
  <p:slideViewPr>
    <p:cSldViewPr snapToGrid="0" snapToObjects="1">
      <p:cViewPr varScale="1">
        <p:scale>
          <a:sx n="112" d="100"/>
          <a:sy n="112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3" d="100"/>
          <a:sy n="53" d="100"/>
        </p:scale>
        <p:origin x="29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A8FEB-287E-7449-85E7-A927F7CB73B1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D4E81-1DD6-1240-8180-8C16B23C8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D4E81-1DD6-1240-8180-8C16B23C8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41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61EA4-A2BE-D441-92CE-753026655F1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50D821AF-89D5-083D-EC32-62E5ADBDAD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031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74637-80F4-F549-8B0C-6224E9F4992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14DB4F2C-3771-1700-864B-5682B64944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599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4618D-7DC8-584C-8174-F96D4691CC93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B54B3E22-EAAF-55F0-2128-05F5664BC8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3608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9708-57B0-0342-989F-5540BCA7C095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Namal University">
            <a:extLst>
              <a:ext uri="{FF2B5EF4-FFF2-40B4-BE49-F238E27FC236}">
                <a16:creationId xmlns:a16="http://schemas.microsoft.com/office/drawing/2014/main" id="{93E9B990-06A7-6303-AE16-0449DE4FD9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510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29AC1-B86D-9743-8CA1-3710D8ED1E31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Namal University">
            <a:extLst>
              <a:ext uri="{FF2B5EF4-FFF2-40B4-BE49-F238E27FC236}">
                <a16:creationId xmlns:a16="http://schemas.microsoft.com/office/drawing/2014/main" id="{56FF1612-A5E0-A696-3EBD-7B6C5411DA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049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9076D-C1BA-D647-BCF6-96C44F48F9F4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Namal University">
            <a:extLst>
              <a:ext uri="{FF2B5EF4-FFF2-40B4-BE49-F238E27FC236}">
                <a16:creationId xmlns:a16="http://schemas.microsoft.com/office/drawing/2014/main" id="{FDE24BC0-B5A5-B251-2E9B-F4B158982A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482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3C651-28EE-3440-B784-9815FF099FA1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Namal University">
            <a:extLst>
              <a:ext uri="{FF2B5EF4-FFF2-40B4-BE49-F238E27FC236}">
                <a16:creationId xmlns:a16="http://schemas.microsoft.com/office/drawing/2014/main" id="{F39C6FE2-4D5E-1B24-C19B-E3675B7082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455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83B37-AE97-4846-97A2-3C1B43014991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Namal University">
            <a:extLst>
              <a:ext uri="{FF2B5EF4-FFF2-40B4-BE49-F238E27FC236}">
                <a16:creationId xmlns:a16="http://schemas.microsoft.com/office/drawing/2014/main" id="{99862606-82F4-40C4-6825-E2203B5B05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962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23B9E-9D30-3A47-A187-1C7B9D5CF726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Namal University">
            <a:extLst>
              <a:ext uri="{FF2B5EF4-FFF2-40B4-BE49-F238E27FC236}">
                <a16:creationId xmlns:a16="http://schemas.microsoft.com/office/drawing/2014/main" id="{E7EA4F11-A69A-406C-0E82-F7902A6936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308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F74D3-80E5-C64D-8A26-ED401BD2F839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6D699CFA-DEBB-3131-B8B1-2152311505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2803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E373A-E430-3742-8384-5673EEF1CA2B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Namal University">
            <a:extLst>
              <a:ext uri="{FF2B5EF4-FFF2-40B4-BE49-F238E27FC236}">
                <a16:creationId xmlns:a16="http://schemas.microsoft.com/office/drawing/2014/main" id="{94B6D55B-E07D-D245-84DA-33A3E533F7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212" y="0"/>
            <a:ext cx="1207176" cy="1207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2740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B0286-3DD1-3748-AB3E-EB895D98739F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Department of Computer Science</a:t>
            </a:r>
          </a:p>
          <a:p>
            <a:r>
              <a:rPr lang="en-US" dirty="0"/>
              <a:t>Namal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4D9CA-177E-AF41-A87D-6A332E9A2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[Project Title]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2256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By</a:t>
            </a:r>
          </a:p>
          <a:p>
            <a:r>
              <a:rPr lang="en-US" dirty="0"/>
              <a:t>[Name1 – NUM-BSCS-2022-01]</a:t>
            </a:r>
            <a:r>
              <a:rPr lang="en-US" dirty="0">
                <a:solidFill>
                  <a:srgbClr val="FF0000"/>
                </a:solidFill>
              </a:rPr>
              <a:t> [Reg No should be in sequence 1,2..]</a:t>
            </a:r>
          </a:p>
          <a:p>
            <a:r>
              <a:rPr lang="en-US" dirty="0"/>
              <a:t>[Name2 – NUM-BSCS-2022-01]</a:t>
            </a:r>
          </a:p>
          <a:p>
            <a:endParaRPr lang="en-US" sz="900" dirty="0"/>
          </a:p>
          <a:p>
            <a:endParaRPr lang="en-US" sz="900" dirty="0"/>
          </a:p>
          <a:p>
            <a:r>
              <a:rPr lang="en-US" dirty="0"/>
              <a:t>Supervisor: [Supervisor’s Name]</a:t>
            </a:r>
          </a:p>
          <a:p>
            <a:r>
              <a:rPr lang="en-US" dirty="0"/>
              <a:t>Industrial Partner: Industry Name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6FBE4-AA36-004B-8D37-8B5824306D86}" type="datetime1">
              <a:rPr lang="en-US" smtClean="0"/>
              <a:t>1/15/2026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67150" y="522328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Final Year Project </a:t>
            </a:r>
            <a:r>
              <a:rPr lang="mr-IN" b="1" dirty="0"/>
              <a:t>–</a:t>
            </a:r>
            <a:r>
              <a:rPr lang="en-US" b="1"/>
              <a:t> Mid </a:t>
            </a:r>
            <a:r>
              <a:rPr lang="en-US" b="1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77755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[The following is usual outline of any presentation. It is recommended to have at most </a:t>
            </a:r>
            <a:r>
              <a:rPr lang="en-US" b="1" dirty="0">
                <a:solidFill>
                  <a:srgbClr val="FF0000"/>
                </a:solidFill>
              </a:rPr>
              <a:t>9-12 slides in total</a:t>
            </a:r>
            <a:r>
              <a:rPr lang="en-US" dirty="0">
                <a:solidFill>
                  <a:srgbClr val="FF0000"/>
                </a:solidFill>
              </a:rPr>
              <a:t> to finish within 15 minutes allocated time.]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 / Objectives / Project Challenge Description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Literature Review/Related Projects</a:t>
            </a: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Design / Framework / Architecture (Software Process Model, Data Flow Diagram, Object Models, Use Cases, Block Diagrams, Flow-charts, or pseudocode etc.)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Preliminary Interfaces / Results and Findings.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Remaining Work Plan: The remaining work provides a roadmap for the tasks that still need to be completed before the project can be considered finished.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3777-3965-2841-879A-A4D220913375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ECDCC5B-EF96-9D82-00B3-1408C792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8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Try to squeeze in one slide</a:t>
            </a:r>
          </a:p>
          <a:p>
            <a:r>
              <a:rPr lang="en-US" dirty="0"/>
              <a:t>[Brief opening statements related to project domain]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EE4EC-B1E7-894E-A9D4-99B91EF11783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B05C6D08-073E-F63C-D28C-D7DF5EAD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9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Project Challenge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Try to squeeze in one slide</a:t>
            </a:r>
          </a:p>
          <a:p>
            <a:r>
              <a:rPr lang="en-US" dirty="0"/>
              <a:t>[Precise Project Challenge Description/ Development Objective Definition]</a:t>
            </a:r>
          </a:p>
          <a:p>
            <a:r>
              <a:rPr lang="en-US" dirty="0"/>
              <a:t>[Objectives of the project in reference to the introduction slide]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8EAC7-C56D-654E-AF87-90A8FCDDA207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758A22F-0A47-8A7F-BD1B-4A2F051F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993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Review/Related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Try to squeeze in one slide</a:t>
            </a:r>
          </a:p>
          <a:p>
            <a:r>
              <a:rPr lang="en-US" b="1" dirty="0"/>
              <a:t>[Already developed software architectures, applications etc. for industrial projects</a:t>
            </a:r>
            <a:r>
              <a:rPr lang="en-US" dirty="0"/>
              <a:t>]</a:t>
            </a:r>
          </a:p>
          <a:p>
            <a:r>
              <a:rPr lang="en-US" dirty="0">
                <a:solidFill>
                  <a:srgbClr val="FF0000"/>
                </a:solidFill>
              </a:rPr>
              <a:t>Remember! It should be totally related to the problem statement (Project Challenge Description) mentioned in the previous slide.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4A53-0144-254B-A974-9FAC8DA1B0E3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88A84164-CAA3-2B7C-17C5-124EF1E9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580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Design/Framework/Architecture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Try to squeeze </a:t>
            </a:r>
            <a:r>
              <a:rPr lang="en-US" b="1">
                <a:solidFill>
                  <a:srgbClr val="FF0000"/>
                </a:solidFill>
              </a:rPr>
              <a:t>in 3-4 </a:t>
            </a:r>
            <a:r>
              <a:rPr lang="en-US" b="1" dirty="0">
                <a:solidFill>
                  <a:srgbClr val="FF0000"/>
                </a:solidFill>
              </a:rPr>
              <a:t>slides</a:t>
            </a:r>
            <a:endParaRPr lang="en-US" dirty="0"/>
          </a:p>
          <a:p>
            <a:r>
              <a:rPr lang="en-US" dirty="0"/>
              <a:t>This part could be of listed below items, must consult your supervisor if any hurdles.</a:t>
            </a:r>
          </a:p>
          <a:p>
            <a:r>
              <a:rPr lang="en-US" dirty="0"/>
              <a:t>[SRS]</a:t>
            </a:r>
          </a:p>
          <a:p>
            <a:r>
              <a:rPr lang="en-US" dirty="0"/>
              <a:t>[Software process model]</a:t>
            </a:r>
          </a:p>
          <a:p>
            <a:r>
              <a:rPr lang="en-US" dirty="0"/>
              <a:t>[Data Flow Diagram]</a:t>
            </a:r>
          </a:p>
          <a:p>
            <a:r>
              <a:rPr lang="en-US" dirty="0"/>
              <a:t>[Use Cases, Object Models, Block Diagram, Flowchart, Pseudocode etc.]</a:t>
            </a:r>
          </a:p>
          <a:p>
            <a:r>
              <a:rPr lang="en-US" dirty="0">
                <a:solidFill>
                  <a:srgbClr val="FF0000"/>
                </a:solidFill>
              </a:rPr>
              <a:t>Use Equation Editor to insert the equations. Diagrams/Images should be of good quality and visible to everyone. Bigger diagrams must be redesigned to fit-in the slide or split in two.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D2E0-F1CC-9549-ACFC-356B7E30C3AC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B955B43-531E-A6AC-D1FB-55778031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402" y="365125"/>
            <a:ext cx="10515600" cy="1325563"/>
          </a:xfrm>
        </p:spPr>
        <p:txBody>
          <a:bodyPr/>
          <a:lstStyle/>
          <a:p>
            <a:r>
              <a:rPr lang="en-US"/>
              <a:t>Preliminary Interfaces/</a:t>
            </a:r>
            <a:r>
              <a:rPr lang="en-US" dirty="0"/>
              <a:t>Results and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Try to squeeze in 2-3 slides</a:t>
            </a:r>
          </a:p>
          <a:p>
            <a:r>
              <a:rPr lang="en-US" b="1" dirty="0"/>
              <a:t>Present any </a:t>
            </a:r>
            <a:r>
              <a:rPr lang="en-US" b="1" dirty="0">
                <a:solidFill>
                  <a:srgbClr val="FF0000"/>
                </a:solidFill>
              </a:rPr>
              <a:t>preliminary results </a:t>
            </a:r>
            <a:r>
              <a:rPr lang="en-US" b="1" dirty="0"/>
              <a:t>or findings.</a:t>
            </a:r>
          </a:p>
          <a:p>
            <a:r>
              <a:rPr lang="en-US" b="1" dirty="0"/>
              <a:t>Include relevant data, charts, or graphs to support your findings.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Demo/Prototype (if applicable):</a:t>
            </a:r>
          </a:p>
          <a:p>
            <a:r>
              <a:rPr lang="en-US" b="1" dirty="0"/>
              <a:t>Showcase any prototype, demo, or tangible output of your project.</a:t>
            </a:r>
          </a:p>
          <a:p>
            <a:r>
              <a:rPr lang="en-US" b="1" dirty="0"/>
              <a:t>Discuss how well it aligns with the project objectives.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DE2CB-5621-EF4A-BBC4-B5DA3670144C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EC97B6A-EF8F-88F6-1941-0A9E5A3F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48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Remaining Work Plan/Timeline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Try to squeeze in 1-2 slides</a:t>
            </a:r>
          </a:p>
          <a:p>
            <a:r>
              <a:rPr lang="en-US" b="1" dirty="0">
                <a:solidFill>
                  <a:srgbClr val="FF0000"/>
                </a:solidFill>
              </a:rPr>
              <a:t>The work done and remaining work provides a roadmap for the tasks which are completed and that still need to be completed before the project can be considered finished.</a:t>
            </a:r>
          </a:p>
          <a:p>
            <a:r>
              <a:rPr lang="en-US" b="1" dirty="0">
                <a:solidFill>
                  <a:srgbClr val="FF0000"/>
                </a:solidFill>
              </a:rPr>
              <a:t>Identify the project modules/features/tasks</a:t>
            </a:r>
          </a:p>
          <a:p>
            <a:r>
              <a:rPr lang="en-US" b="1" dirty="0">
                <a:solidFill>
                  <a:srgbClr val="FF0000"/>
                </a:solidFill>
              </a:rPr>
              <a:t>Time needed to implementation</a:t>
            </a:r>
          </a:p>
          <a:p>
            <a:r>
              <a:rPr lang="en-US" b="1" dirty="0">
                <a:solidFill>
                  <a:srgbClr val="FF0000"/>
                </a:solidFill>
              </a:rPr>
              <a:t>Month-wise workload plan of each member of the project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Use of Gant chart is recommended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7C496-A90C-CA45-9662-9B7198DD1AAF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C99946C1-833D-FF52-52DD-359D207E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35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21D0-4650-9449-9D0F-A7358F855562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4D9CA-177E-AF41-A87D-6A332E9A24C3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44755" y="2605507"/>
            <a:ext cx="23024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>
                <a:latin typeface="+mj-lt"/>
              </a:rPr>
              <a:t>Thank You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8381C38D-F509-D180-A71D-F70F6CAC6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Department of Computer Science</a:t>
            </a:r>
          </a:p>
          <a:p>
            <a:r>
              <a:rPr lang="en-US" dirty="0" err="1"/>
              <a:t>Namal</a:t>
            </a:r>
            <a:r>
              <a:rPr lang="en-US" dirty="0"/>
              <a:t> University, </a:t>
            </a:r>
            <a:r>
              <a:rPr lang="en-US" dirty="0" err="1"/>
              <a:t>Mianwali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07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553</Words>
  <Application>Microsoft Office PowerPoint</Application>
  <PresentationFormat>Widescreen</PresentationFormat>
  <Paragraphs>88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[Project Title]</vt:lpstr>
      <vt:lpstr>Outline</vt:lpstr>
      <vt:lpstr>Introduction</vt:lpstr>
      <vt:lpstr>Project Challenge Description</vt:lpstr>
      <vt:lpstr>Literature Review/Related Projects</vt:lpstr>
      <vt:lpstr>Design/Framework/Architecture</vt:lpstr>
      <vt:lpstr>Preliminary Interfaces/Results and Findings</vt:lpstr>
      <vt:lpstr>Remaining Work Plan/Timeline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creator>Muhammad Shahzad Arif</dc:creator>
  <cp:lastModifiedBy>Muhammad Shahzad Arif</cp:lastModifiedBy>
  <cp:revision>97</cp:revision>
  <dcterms:created xsi:type="dcterms:W3CDTF">2016-07-14T13:09:07Z</dcterms:created>
  <dcterms:modified xsi:type="dcterms:W3CDTF">2026-01-15T11:20:15Z</dcterms:modified>
</cp:coreProperties>
</file>